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440000" cx="7560000"/>
  <p:notesSz cx="6858000" cy="9144000"/>
  <p:embeddedFontLst>
    <p:embeddedFont>
      <p:font typeface="Caveat"/>
      <p:regular r:id="rId7"/>
      <p:bold r:id="rId8"/>
    </p:embeddedFont>
    <p:embeddedFont>
      <p:font typeface="EB Garamond"/>
      <p:regular r:id="rId9"/>
      <p:bold r:id="rId10"/>
      <p:italic r:id="rId11"/>
      <p:boldItalic r:id="rId12"/>
    </p:embeddedFont>
    <p:embeddedFont>
      <p:font typeface="EB Garamond Regular"/>
      <p:bold r:id="rId13"/>
      <p:boldItalic r:id="rId14"/>
    </p:embeddedFont>
    <p:embeddedFont>
      <p:font typeface="Comforta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8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8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BGaramond-italic.fntdata"/><Relationship Id="rId10" Type="http://schemas.openxmlformats.org/officeDocument/2006/relationships/font" Target="fonts/EBGaramond-bold.fntdata"/><Relationship Id="rId13" Type="http://schemas.openxmlformats.org/officeDocument/2006/relationships/font" Target="fonts/EBGaramondRegular-bold.fntdata"/><Relationship Id="rId12" Type="http://schemas.openxmlformats.org/officeDocument/2006/relationships/font" Target="fonts/EBGaramon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EBGaramond-regular.fntdata"/><Relationship Id="rId15" Type="http://schemas.openxmlformats.org/officeDocument/2006/relationships/font" Target="fonts/Comfortaa-regular.fntdata"/><Relationship Id="rId14" Type="http://schemas.openxmlformats.org/officeDocument/2006/relationships/font" Target="fonts/EBGaramondRegular-boldItalic.fntdata"/><Relationship Id="rId16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Caveat-regular.fntdata"/><Relationship Id="rId8" Type="http://schemas.openxmlformats.org/officeDocument/2006/relationships/font" Target="fonts/Cave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11298"/>
            <a:ext cx="7044600" cy="416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752555"/>
            <a:ext cx="7044600" cy="16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365680"/>
            <a:ext cx="7044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39232"/>
            <a:ext cx="33069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39232"/>
            <a:ext cx="33069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27727"/>
            <a:ext cx="2321700" cy="15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20535"/>
            <a:ext cx="2321700" cy="6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13690"/>
            <a:ext cx="5264700" cy="83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54"/>
            <a:ext cx="3780000" cy="104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03032"/>
            <a:ext cx="3344400" cy="30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689531"/>
            <a:ext cx="3344400" cy="25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469689"/>
            <a:ext cx="3172200" cy="75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586994"/>
            <a:ext cx="4959600" cy="122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45153"/>
            <a:ext cx="7044600" cy="398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398217"/>
            <a:ext cx="7044600" cy="26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62200" y="7664425"/>
            <a:ext cx="36978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6000">
                <a:solidFill>
                  <a:srgbClr val="1DA64A"/>
                </a:solidFill>
                <a:latin typeface="Caveat"/>
                <a:ea typeface="Caveat"/>
                <a:cs typeface="Caveat"/>
                <a:sym typeface="Caveat"/>
              </a:rPr>
              <a:t>StruPa</a:t>
            </a:r>
            <a:endParaRPr sz="6000">
              <a:solidFill>
                <a:srgbClr val="1DA64A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1DA64A"/>
                </a:solidFill>
                <a:latin typeface="Caveat"/>
                <a:ea typeface="Caveat"/>
                <a:cs typeface="Caveat"/>
                <a:sym typeface="Caveat"/>
              </a:rPr>
              <a:t>Stand: 01.04.2020</a:t>
            </a:r>
            <a:endParaRPr sz="2000">
              <a:solidFill>
                <a:srgbClr val="1DA64A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solidFill>
                  <a:srgbClr val="1DA64A"/>
                </a:solidFill>
                <a:latin typeface="Caveat"/>
                <a:ea typeface="Caveat"/>
                <a:cs typeface="Caveat"/>
                <a:sym typeface="Caveat"/>
              </a:rPr>
              <a:t>Struktur AG</a:t>
            </a:r>
            <a:endParaRPr sz="3000">
              <a:solidFill>
                <a:srgbClr val="1DA64A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de">
                <a:solidFill>
                  <a:srgbClr val="90D3ED"/>
                </a:solidFill>
                <a:latin typeface="Comfortaa"/>
                <a:ea typeface="Comfortaa"/>
                <a:cs typeface="Comfortaa"/>
                <a:sym typeface="Comfortaa"/>
              </a:rPr>
              <a:t>struktur@fridaysforfuture.de</a:t>
            </a:r>
            <a:endParaRPr b="1" i="1">
              <a:solidFill>
                <a:srgbClr val="90D3ED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-1672125" y="750300"/>
            <a:ext cx="7889100" cy="4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4000">
                <a:solidFill>
                  <a:srgbClr val="029B2D"/>
                </a:solidFill>
                <a:latin typeface="EB Garamond Regular"/>
                <a:ea typeface="EB Garamond Regular"/>
                <a:cs typeface="EB Garamond Regular"/>
                <a:sym typeface="EB Garamond Regular"/>
              </a:rPr>
              <a:t>Fridays for Future</a:t>
            </a:r>
            <a:r>
              <a:rPr b="1" lang="de" sz="4000">
                <a:solidFill>
                  <a:srgbClr val="029B2D"/>
                </a:solidFill>
              </a:rPr>
              <a:t> </a:t>
            </a:r>
            <a:endParaRPr b="1" sz="4000">
              <a:solidFill>
                <a:srgbClr val="029B2D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 sz="4000">
                <a:solidFill>
                  <a:srgbClr val="029B2D"/>
                </a:solidFill>
                <a:latin typeface="EB Garamond"/>
                <a:ea typeface="EB Garamond"/>
                <a:cs typeface="EB Garamond"/>
                <a:sym typeface="EB Garamond"/>
              </a:rPr>
              <a:t>for a livable future</a:t>
            </a:r>
            <a:endParaRPr i="1" sz="4000">
              <a:solidFill>
                <a:srgbClr val="029B2D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90909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404040"/>
                </a:solidFill>
                <a:latin typeface="Comfortaa"/>
                <a:ea typeface="Comfortaa"/>
                <a:cs typeface="Comfortaa"/>
                <a:sym typeface="Comfortaa"/>
              </a:rPr>
              <a:t>basic democracy</a:t>
            </a:r>
            <a:endParaRPr>
              <a:solidFill>
                <a:srgbClr val="40404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