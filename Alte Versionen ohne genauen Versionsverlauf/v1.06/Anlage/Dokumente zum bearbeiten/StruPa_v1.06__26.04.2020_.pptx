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328000" cx="3780000"/>
  <p:notesSz cx="6858000" cy="9144000"/>
  <p:embeddedFontLst>
    <p:embeddedFont>
      <p:font typeface="Josefin Sans"/>
      <p:regular r:id="rId7"/>
      <p:bold r:id="rId8"/>
      <p:italic r:id="rId9"/>
      <p:boldItalic r:id="rId10"/>
    </p:embeddedFont>
    <p:embeddedFont>
      <p:font typeface="Josefin Sans Thin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78">
          <p15:clr>
            <a:srgbClr val="A4A3A4"/>
          </p15:clr>
        </p15:guide>
        <p15:guide id="2" pos="119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78" orient="horz"/>
        <p:guide pos="119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JosefinSansThin-regular.fntdata"/><Relationship Id="rId10" Type="http://schemas.openxmlformats.org/officeDocument/2006/relationships/font" Target="fonts/JosefinSans-boldItalic.fntdata"/><Relationship Id="rId13" Type="http://schemas.openxmlformats.org/officeDocument/2006/relationships/font" Target="fonts/JosefinSansThin-italic.fntdata"/><Relationship Id="rId12" Type="http://schemas.openxmlformats.org/officeDocument/2006/relationships/font" Target="fonts/JosefinSansThin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JosefinSans-italic.fntdata"/><Relationship Id="rId14" Type="http://schemas.openxmlformats.org/officeDocument/2006/relationships/font" Target="fonts/JosefinSansThin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JosefinSans-regular.fntdata"/><Relationship Id="rId8" Type="http://schemas.openxmlformats.org/officeDocument/2006/relationships/font" Target="fonts/JosefinSa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2955" y="685800"/>
            <a:ext cx="243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212955" y="685800"/>
            <a:ext cx="2432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28856" y="771283"/>
            <a:ext cx="3522300" cy="2126400"/>
          </a:xfrm>
          <a:prstGeom prst="rect">
            <a:avLst/>
          </a:prstGeom>
        </p:spPr>
        <p:txBody>
          <a:bodyPr anchorCtr="0" anchor="b" bIns="46075" lIns="46075" spcFirstLastPara="1" rIns="46075" wrap="square" tIns="460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28852" y="2935787"/>
            <a:ext cx="3522300" cy="821100"/>
          </a:xfrm>
          <a:prstGeom prst="rect">
            <a:avLst/>
          </a:prstGeom>
        </p:spPr>
        <p:txBody>
          <a:bodyPr anchorCtr="0" anchor="t" bIns="46075" lIns="46075" spcFirstLastPara="1" rIns="46075" wrap="square" tIns="460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3502394" y="4830489"/>
            <a:ext cx="226800" cy="407700"/>
          </a:xfrm>
          <a:prstGeom prst="rect">
            <a:avLst/>
          </a:prstGeom>
        </p:spPr>
        <p:txBody>
          <a:bodyPr anchorCtr="0" anchor="ctr" bIns="46075" lIns="46075" spcFirstLastPara="1" rIns="46075" wrap="square" tIns="460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28852" y="2228002"/>
            <a:ext cx="3522300" cy="871800"/>
          </a:xfrm>
          <a:prstGeom prst="rect">
            <a:avLst/>
          </a:prstGeom>
        </p:spPr>
        <p:txBody>
          <a:bodyPr anchorCtr="0" anchor="ctr" bIns="46075" lIns="46075" spcFirstLastPara="1" rIns="46075" wrap="square" tIns="460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3502394" y="4830489"/>
            <a:ext cx="226800" cy="407700"/>
          </a:xfrm>
          <a:prstGeom prst="rect">
            <a:avLst/>
          </a:prstGeom>
        </p:spPr>
        <p:txBody>
          <a:bodyPr anchorCtr="0" anchor="ctr" bIns="46075" lIns="46075" spcFirstLastPara="1" rIns="46075" wrap="square" tIns="460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28852" y="460988"/>
            <a:ext cx="3522300" cy="593400"/>
          </a:xfrm>
          <a:prstGeom prst="rect">
            <a:avLst/>
          </a:prstGeom>
        </p:spPr>
        <p:txBody>
          <a:bodyPr anchorCtr="0" anchor="t" bIns="46075" lIns="46075" spcFirstLastPara="1" rIns="46075" wrap="square" tIns="460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28852" y="1193815"/>
            <a:ext cx="3522300" cy="3538800"/>
          </a:xfrm>
          <a:prstGeom prst="rect">
            <a:avLst/>
          </a:prstGeom>
        </p:spPr>
        <p:txBody>
          <a:bodyPr anchorCtr="0" anchor="t" bIns="46075" lIns="46075" spcFirstLastPara="1" rIns="46075" wrap="square" tIns="4607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73050" lvl="1" marL="914400">
              <a:spcBef>
                <a:spcPts val="800"/>
              </a:spcBef>
              <a:spcAft>
                <a:spcPts val="0"/>
              </a:spcAft>
              <a:buSzPts val="700"/>
              <a:buChar char="○"/>
              <a:defRPr/>
            </a:lvl2pPr>
            <a:lvl3pPr indent="-273050" lvl="2" marL="1371600">
              <a:spcBef>
                <a:spcPts val="800"/>
              </a:spcBef>
              <a:spcAft>
                <a:spcPts val="0"/>
              </a:spcAft>
              <a:buSzPts val="700"/>
              <a:buChar char="■"/>
              <a:defRPr/>
            </a:lvl3pPr>
            <a:lvl4pPr indent="-273050" lvl="3" marL="1828800">
              <a:spcBef>
                <a:spcPts val="800"/>
              </a:spcBef>
              <a:spcAft>
                <a:spcPts val="0"/>
              </a:spcAft>
              <a:buSzPts val="700"/>
              <a:buChar char="●"/>
              <a:defRPr/>
            </a:lvl4pPr>
            <a:lvl5pPr indent="-273050" lvl="4" marL="2286000">
              <a:spcBef>
                <a:spcPts val="800"/>
              </a:spcBef>
              <a:spcAft>
                <a:spcPts val="0"/>
              </a:spcAft>
              <a:buSzPts val="700"/>
              <a:buChar char="○"/>
              <a:defRPr/>
            </a:lvl5pPr>
            <a:lvl6pPr indent="-273050" lvl="5" marL="2743200">
              <a:spcBef>
                <a:spcPts val="800"/>
              </a:spcBef>
              <a:spcAft>
                <a:spcPts val="0"/>
              </a:spcAft>
              <a:buSzPts val="700"/>
              <a:buChar char="■"/>
              <a:defRPr/>
            </a:lvl6pPr>
            <a:lvl7pPr indent="-273050" lvl="6" marL="3200400">
              <a:spcBef>
                <a:spcPts val="800"/>
              </a:spcBef>
              <a:spcAft>
                <a:spcPts val="0"/>
              </a:spcAft>
              <a:buSzPts val="700"/>
              <a:buChar char="●"/>
              <a:defRPr/>
            </a:lvl7pPr>
            <a:lvl8pPr indent="-273050" lvl="7" marL="3657600">
              <a:spcBef>
                <a:spcPts val="800"/>
              </a:spcBef>
              <a:spcAft>
                <a:spcPts val="0"/>
              </a:spcAft>
              <a:buSzPts val="700"/>
              <a:buChar char="○"/>
              <a:defRPr/>
            </a:lvl8pPr>
            <a:lvl9pPr indent="-273050" lvl="8" marL="4114800">
              <a:spcBef>
                <a:spcPts val="800"/>
              </a:spcBef>
              <a:spcAft>
                <a:spcPts val="80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3502394" y="4830489"/>
            <a:ext cx="226800" cy="407700"/>
          </a:xfrm>
          <a:prstGeom prst="rect">
            <a:avLst/>
          </a:prstGeom>
        </p:spPr>
        <p:txBody>
          <a:bodyPr anchorCtr="0" anchor="ctr" bIns="46075" lIns="46075" spcFirstLastPara="1" rIns="46075" wrap="square" tIns="460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28852" y="460988"/>
            <a:ext cx="3522300" cy="593400"/>
          </a:xfrm>
          <a:prstGeom prst="rect">
            <a:avLst/>
          </a:prstGeom>
        </p:spPr>
        <p:txBody>
          <a:bodyPr anchorCtr="0" anchor="t" bIns="46075" lIns="46075" spcFirstLastPara="1" rIns="46075" wrap="square" tIns="460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28852" y="1193815"/>
            <a:ext cx="1653600" cy="3538800"/>
          </a:xfrm>
          <a:prstGeom prst="rect">
            <a:avLst/>
          </a:prstGeom>
        </p:spPr>
        <p:txBody>
          <a:bodyPr anchorCtr="0" anchor="t" bIns="46075" lIns="46075" spcFirstLastPara="1" rIns="46075" wrap="square" tIns="4607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66700" lvl="1" marL="914400">
              <a:spcBef>
                <a:spcPts val="800"/>
              </a:spcBef>
              <a:spcAft>
                <a:spcPts val="0"/>
              </a:spcAft>
              <a:buSzPts val="600"/>
              <a:buChar char="○"/>
              <a:defRPr sz="600"/>
            </a:lvl2pPr>
            <a:lvl3pPr indent="-266700" lvl="2" marL="1371600">
              <a:spcBef>
                <a:spcPts val="800"/>
              </a:spcBef>
              <a:spcAft>
                <a:spcPts val="0"/>
              </a:spcAft>
              <a:buSzPts val="600"/>
              <a:buChar char="■"/>
              <a:defRPr sz="600"/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SzPts val="600"/>
              <a:buChar char="●"/>
              <a:defRPr sz="600"/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SzPts val="600"/>
              <a:buChar char="○"/>
              <a:defRPr sz="600"/>
            </a:lvl5pPr>
            <a:lvl6pPr indent="-266700" lvl="5" marL="2743200">
              <a:spcBef>
                <a:spcPts val="800"/>
              </a:spcBef>
              <a:spcAft>
                <a:spcPts val="0"/>
              </a:spcAft>
              <a:buSzPts val="600"/>
              <a:buChar char="■"/>
              <a:defRPr sz="600"/>
            </a:lvl6pPr>
            <a:lvl7pPr indent="-266700" lvl="6" marL="3200400">
              <a:spcBef>
                <a:spcPts val="800"/>
              </a:spcBef>
              <a:spcAft>
                <a:spcPts val="0"/>
              </a:spcAft>
              <a:buSzPts val="600"/>
              <a:buChar char="●"/>
              <a:defRPr sz="600"/>
            </a:lvl7pPr>
            <a:lvl8pPr indent="-266700" lvl="7" marL="3657600">
              <a:spcBef>
                <a:spcPts val="800"/>
              </a:spcBef>
              <a:spcAft>
                <a:spcPts val="0"/>
              </a:spcAft>
              <a:buSzPts val="600"/>
              <a:buChar char="○"/>
              <a:defRPr sz="600"/>
            </a:lvl8pPr>
            <a:lvl9pPr indent="-266700" lvl="8" marL="4114800">
              <a:spcBef>
                <a:spcPts val="800"/>
              </a:spcBef>
              <a:spcAft>
                <a:spcPts val="800"/>
              </a:spcAft>
              <a:buSzPts val="600"/>
              <a:buChar char="■"/>
              <a:defRPr sz="6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1997646" y="1193815"/>
            <a:ext cx="1653600" cy="3538800"/>
          </a:xfrm>
          <a:prstGeom prst="rect">
            <a:avLst/>
          </a:prstGeom>
        </p:spPr>
        <p:txBody>
          <a:bodyPr anchorCtr="0" anchor="t" bIns="46075" lIns="46075" spcFirstLastPara="1" rIns="46075" wrap="square" tIns="4607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indent="-266700" lvl="1" marL="914400">
              <a:spcBef>
                <a:spcPts val="800"/>
              </a:spcBef>
              <a:spcAft>
                <a:spcPts val="0"/>
              </a:spcAft>
              <a:buSzPts val="600"/>
              <a:buChar char="○"/>
              <a:defRPr sz="600"/>
            </a:lvl2pPr>
            <a:lvl3pPr indent="-266700" lvl="2" marL="1371600">
              <a:spcBef>
                <a:spcPts val="800"/>
              </a:spcBef>
              <a:spcAft>
                <a:spcPts val="0"/>
              </a:spcAft>
              <a:buSzPts val="600"/>
              <a:buChar char="■"/>
              <a:defRPr sz="600"/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SzPts val="600"/>
              <a:buChar char="●"/>
              <a:defRPr sz="600"/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SzPts val="600"/>
              <a:buChar char="○"/>
              <a:defRPr sz="600"/>
            </a:lvl5pPr>
            <a:lvl6pPr indent="-266700" lvl="5" marL="2743200">
              <a:spcBef>
                <a:spcPts val="800"/>
              </a:spcBef>
              <a:spcAft>
                <a:spcPts val="0"/>
              </a:spcAft>
              <a:buSzPts val="600"/>
              <a:buChar char="■"/>
              <a:defRPr sz="600"/>
            </a:lvl6pPr>
            <a:lvl7pPr indent="-266700" lvl="6" marL="3200400">
              <a:spcBef>
                <a:spcPts val="800"/>
              </a:spcBef>
              <a:spcAft>
                <a:spcPts val="0"/>
              </a:spcAft>
              <a:buSzPts val="600"/>
              <a:buChar char="●"/>
              <a:defRPr sz="600"/>
            </a:lvl7pPr>
            <a:lvl8pPr indent="-266700" lvl="7" marL="3657600">
              <a:spcBef>
                <a:spcPts val="800"/>
              </a:spcBef>
              <a:spcAft>
                <a:spcPts val="0"/>
              </a:spcAft>
              <a:buSzPts val="600"/>
              <a:buChar char="○"/>
              <a:defRPr sz="600"/>
            </a:lvl8pPr>
            <a:lvl9pPr indent="-266700" lvl="8" marL="4114800">
              <a:spcBef>
                <a:spcPts val="800"/>
              </a:spcBef>
              <a:spcAft>
                <a:spcPts val="800"/>
              </a:spcAft>
              <a:buSzPts val="600"/>
              <a:buChar char="■"/>
              <a:defRPr sz="6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3502394" y="4830489"/>
            <a:ext cx="226800" cy="407700"/>
          </a:xfrm>
          <a:prstGeom prst="rect">
            <a:avLst/>
          </a:prstGeom>
        </p:spPr>
        <p:txBody>
          <a:bodyPr anchorCtr="0" anchor="ctr" bIns="46075" lIns="46075" spcFirstLastPara="1" rIns="46075" wrap="square" tIns="460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28852" y="460988"/>
            <a:ext cx="3522300" cy="593400"/>
          </a:xfrm>
          <a:prstGeom prst="rect">
            <a:avLst/>
          </a:prstGeom>
        </p:spPr>
        <p:txBody>
          <a:bodyPr anchorCtr="0" anchor="t" bIns="46075" lIns="46075" spcFirstLastPara="1" rIns="46075" wrap="square" tIns="460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3502394" y="4830489"/>
            <a:ext cx="226800" cy="407700"/>
          </a:xfrm>
          <a:prstGeom prst="rect">
            <a:avLst/>
          </a:prstGeom>
        </p:spPr>
        <p:txBody>
          <a:bodyPr anchorCtr="0" anchor="ctr" bIns="46075" lIns="46075" spcFirstLastPara="1" rIns="46075" wrap="square" tIns="460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28852" y="575530"/>
            <a:ext cx="1160700" cy="783000"/>
          </a:xfrm>
          <a:prstGeom prst="rect">
            <a:avLst/>
          </a:prstGeom>
        </p:spPr>
        <p:txBody>
          <a:bodyPr anchorCtr="0" anchor="b" bIns="46075" lIns="46075" spcFirstLastPara="1" rIns="46075" wrap="square" tIns="460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28852" y="1439446"/>
            <a:ext cx="1160700" cy="3293400"/>
          </a:xfrm>
          <a:prstGeom prst="rect">
            <a:avLst/>
          </a:prstGeom>
        </p:spPr>
        <p:txBody>
          <a:bodyPr anchorCtr="0" anchor="t" bIns="46075" lIns="46075" spcFirstLastPara="1" rIns="46075" wrap="square" tIns="46075">
            <a:noAutofit/>
          </a:bodyPr>
          <a:lstStyle>
            <a:lvl1pPr indent="-266700" lvl="0" marL="457200">
              <a:spcBef>
                <a:spcPts val="0"/>
              </a:spcBef>
              <a:spcAft>
                <a:spcPts val="0"/>
              </a:spcAft>
              <a:buSzPts val="600"/>
              <a:buChar char="●"/>
              <a:defRPr sz="600"/>
            </a:lvl1pPr>
            <a:lvl2pPr indent="-266700" lvl="1" marL="914400">
              <a:spcBef>
                <a:spcPts val="800"/>
              </a:spcBef>
              <a:spcAft>
                <a:spcPts val="0"/>
              </a:spcAft>
              <a:buSzPts val="600"/>
              <a:buChar char="○"/>
              <a:defRPr sz="600"/>
            </a:lvl2pPr>
            <a:lvl3pPr indent="-266700" lvl="2" marL="1371600">
              <a:spcBef>
                <a:spcPts val="800"/>
              </a:spcBef>
              <a:spcAft>
                <a:spcPts val="0"/>
              </a:spcAft>
              <a:buSzPts val="600"/>
              <a:buChar char="■"/>
              <a:defRPr sz="600"/>
            </a:lvl3pPr>
            <a:lvl4pPr indent="-266700" lvl="3" marL="1828800">
              <a:spcBef>
                <a:spcPts val="800"/>
              </a:spcBef>
              <a:spcAft>
                <a:spcPts val="0"/>
              </a:spcAft>
              <a:buSzPts val="600"/>
              <a:buChar char="●"/>
              <a:defRPr sz="600"/>
            </a:lvl4pPr>
            <a:lvl5pPr indent="-266700" lvl="4" marL="2286000">
              <a:spcBef>
                <a:spcPts val="800"/>
              </a:spcBef>
              <a:spcAft>
                <a:spcPts val="0"/>
              </a:spcAft>
              <a:buSzPts val="600"/>
              <a:buChar char="○"/>
              <a:defRPr sz="600"/>
            </a:lvl5pPr>
            <a:lvl6pPr indent="-266700" lvl="5" marL="2743200">
              <a:spcBef>
                <a:spcPts val="800"/>
              </a:spcBef>
              <a:spcAft>
                <a:spcPts val="0"/>
              </a:spcAft>
              <a:buSzPts val="600"/>
              <a:buChar char="■"/>
              <a:defRPr sz="600"/>
            </a:lvl6pPr>
            <a:lvl7pPr indent="-266700" lvl="6" marL="3200400">
              <a:spcBef>
                <a:spcPts val="800"/>
              </a:spcBef>
              <a:spcAft>
                <a:spcPts val="0"/>
              </a:spcAft>
              <a:buSzPts val="600"/>
              <a:buChar char="●"/>
              <a:defRPr sz="600"/>
            </a:lvl7pPr>
            <a:lvl8pPr indent="-266700" lvl="7" marL="3657600">
              <a:spcBef>
                <a:spcPts val="800"/>
              </a:spcBef>
              <a:spcAft>
                <a:spcPts val="0"/>
              </a:spcAft>
              <a:buSzPts val="600"/>
              <a:buChar char="○"/>
              <a:defRPr sz="600"/>
            </a:lvl8pPr>
            <a:lvl9pPr indent="-266700" lvl="8" marL="4114800">
              <a:spcBef>
                <a:spcPts val="800"/>
              </a:spcBef>
              <a:spcAft>
                <a:spcPts val="800"/>
              </a:spcAft>
              <a:buSzPts val="600"/>
              <a:buChar char="■"/>
              <a:defRPr sz="6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3502394" y="4830489"/>
            <a:ext cx="226800" cy="407700"/>
          </a:xfrm>
          <a:prstGeom prst="rect">
            <a:avLst/>
          </a:prstGeom>
        </p:spPr>
        <p:txBody>
          <a:bodyPr anchorCtr="0" anchor="ctr" bIns="46075" lIns="46075" spcFirstLastPara="1" rIns="46075" wrap="square" tIns="460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202662" y="466297"/>
            <a:ext cx="2632200" cy="4237800"/>
          </a:xfrm>
          <a:prstGeom prst="rect">
            <a:avLst/>
          </a:prstGeom>
        </p:spPr>
        <p:txBody>
          <a:bodyPr anchorCtr="0" anchor="ctr" bIns="46075" lIns="46075" spcFirstLastPara="1" rIns="46075" wrap="square" tIns="460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3502394" y="4830489"/>
            <a:ext cx="226800" cy="407700"/>
          </a:xfrm>
          <a:prstGeom prst="rect">
            <a:avLst/>
          </a:prstGeom>
        </p:spPr>
        <p:txBody>
          <a:bodyPr anchorCtr="0" anchor="ctr" bIns="46075" lIns="46075" spcFirstLastPara="1" rIns="46075" wrap="square" tIns="460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890000" y="-129"/>
            <a:ext cx="1890000" cy="532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6075" lIns="46075" spcFirstLastPara="1" rIns="46075" wrap="square" tIns="4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109754" y="1277410"/>
            <a:ext cx="1672200" cy="1535400"/>
          </a:xfrm>
          <a:prstGeom prst="rect">
            <a:avLst/>
          </a:prstGeom>
        </p:spPr>
        <p:txBody>
          <a:bodyPr anchorCtr="0" anchor="b" bIns="46075" lIns="46075" spcFirstLastPara="1" rIns="46075" wrap="square" tIns="460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109754" y="2903623"/>
            <a:ext cx="1672200" cy="1279500"/>
          </a:xfrm>
          <a:prstGeom prst="rect">
            <a:avLst/>
          </a:prstGeom>
        </p:spPr>
        <p:txBody>
          <a:bodyPr anchorCtr="0" anchor="t" bIns="46075" lIns="46075" spcFirstLastPara="1" rIns="46075" wrap="square" tIns="460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2041919" y="750048"/>
            <a:ext cx="1586100" cy="3827400"/>
          </a:xfrm>
          <a:prstGeom prst="rect">
            <a:avLst/>
          </a:prstGeom>
        </p:spPr>
        <p:txBody>
          <a:bodyPr anchorCtr="0" anchor="ctr" bIns="46075" lIns="46075" spcFirstLastPara="1" rIns="46075" wrap="square" tIns="4607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73050" lvl="1" marL="914400">
              <a:spcBef>
                <a:spcPts val="800"/>
              </a:spcBef>
              <a:spcAft>
                <a:spcPts val="0"/>
              </a:spcAft>
              <a:buSzPts val="700"/>
              <a:buChar char="○"/>
              <a:defRPr/>
            </a:lvl2pPr>
            <a:lvl3pPr indent="-273050" lvl="2" marL="1371600">
              <a:spcBef>
                <a:spcPts val="800"/>
              </a:spcBef>
              <a:spcAft>
                <a:spcPts val="0"/>
              </a:spcAft>
              <a:buSzPts val="700"/>
              <a:buChar char="■"/>
              <a:defRPr/>
            </a:lvl3pPr>
            <a:lvl4pPr indent="-273050" lvl="3" marL="1828800">
              <a:spcBef>
                <a:spcPts val="800"/>
              </a:spcBef>
              <a:spcAft>
                <a:spcPts val="0"/>
              </a:spcAft>
              <a:buSzPts val="700"/>
              <a:buChar char="●"/>
              <a:defRPr/>
            </a:lvl4pPr>
            <a:lvl5pPr indent="-273050" lvl="4" marL="2286000">
              <a:spcBef>
                <a:spcPts val="800"/>
              </a:spcBef>
              <a:spcAft>
                <a:spcPts val="0"/>
              </a:spcAft>
              <a:buSzPts val="700"/>
              <a:buChar char="○"/>
              <a:defRPr/>
            </a:lvl5pPr>
            <a:lvl6pPr indent="-273050" lvl="5" marL="2743200">
              <a:spcBef>
                <a:spcPts val="800"/>
              </a:spcBef>
              <a:spcAft>
                <a:spcPts val="0"/>
              </a:spcAft>
              <a:buSzPts val="700"/>
              <a:buChar char="■"/>
              <a:defRPr/>
            </a:lvl6pPr>
            <a:lvl7pPr indent="-273050" lvl="6" marL="3200400">
              <a:spcBef>
                <a:spcPts val="800"/>
              </a:spcBef>
              <a:spcAft>
                <a:spcPts val="0"/>
              </a:spcAft>
              <a:buSzPts val="700"/>
              <a:buChar char="●"/>
              <a:defRPr/>
            </a:lvl7pPr>
            <a:lvl8pPr indent="-273050" lvl="7" marL="3657600">
              <a:spcBef>
                <a:spcPts val="800"/>
              </a:spcBef>
              <a:spcAft>
                <a:spcPts val="0"/>
              </a:spcAft>
              <a:buSzPts val="700"/>
              <a:buChar char="○"/>
              <a:defRPr/>
            </a:lvl8pPr>
            <a:lvl9pPr indent="-273050" lvl="8" marL="4114800">
              <a:spcBef>
                <a:spcPts val="800"/>
              </a:spcBef>
              <a:spcAft>
                <a:spcPts val="80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3502394" y="4830489"/>
            <a:ext cx="226800" cy="407700"/>
          </a:xfrm>
          <a:prstGeom prst="rect">
            <a:avLst/>
          </a:prstGeom>
        </p:spPr>
        <p:txBody>
          <a:bodyPr anchorCtr="0" anchor="ctr" bIns="46075" lIns="46075" spcFirstLastPara="1" rIns="46075" wrap="square" tIns="460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28852" y="4382328"/>
            <a:ext cx="2479800" cy="627000"/>
          </a:xfrm>
          <a:prstGeom prst="rect">
            <a:avLst/>
          </a:prstGeom>
        </p:spPr>
        <p:txBody>
          <a:bodyPr anchorCtr="0" anchor="ctr" bIns="46075" lIns="46075" spcFirstLastPara="1" rIns="46075" wrap="square" tIns="4607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3502394" y="4830489"/>
            <a:ext cx="226800" cy="407700"/>
          </a:xfrm>
          <a:prstGeom prst="rect">
            <a:avLst/>
          </a:prstGeom>
        </p:spPr>
        <p:txBody>
          <a:bodyPr anchorCtr="0" anchor="ctr" bIns="46075" lIns="46075" spcFirstLastPara="1" rIns="46075" wrap="square" tIns="460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28852" y="1145802"/>
            <a:ext cx="3522300" cy="2034000"/>
          </a:xfrm>
          <a:prstGeom prst="rect">
            <a:avLst/>
          </a:prstGeom>
        </p:spPr>
        <p:txBody>
          <a:bodyPr anchorCtr="0" anchor="b" bIns="46075" lIns="46075" spcFirstLastPara="1" rIns="46075" wrap="square" tIns="460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28852" y="3265297"/>
            <a:ext cx="3522300" cy="1347300"/>
          </a:xfrm>
          <a:prstGeom prst="rect">
            <a:avLst/>
          </a:prstGeom>
        </p:spPr>
        <p:txBody>
          <a:bodyPr anchorCtr="0" anchor="t" bIns="46075" lIns="46075" spcFirstLastPara="1" rIns="46075" wrap="square" tIns="46075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73050" lvl="1" marL="914400" algn="ctr">
              <a:spcBef>
                <a:spcPts val="800"/>
              </a:spcBef>
              <a:spcAft>
                <a:spcPts val="0"/>
              </a:spcAft>
              <a:buSzPts val="700"/>
              <a:buChar char="○"/>
              <a:defRPr/>
            </a:lvl2pPr>
            <a:lvl3pPr indent="-273050" lvl="2" marL="1371600" algn="ctr">
              <a:spcBef>
                <a:spcPts val="800"/>
              </a:spcBef>
              <a:spcAft>
                <a:spcPts val="0"/>
              </a:spcAft>
              <a:buSzPts val="700"/>
              <a:buChar char="■"/>
              <a:defRPr/>
            </a:lvl3pPr>
            <a:lvl4pPr indent="-273050" lvl="3" marL="1828800" algn="ctr">
              <a:spcBef>
                <a:spcPts val="800"/>
              </a:spcBef>
              <a:spcAft>
                <a:spcPts val="0"/>
              </a:spcAft>
              <a:buSzPts val="700"/>
              <a:buChar char="●"/>
              <a:defRPr/>
            </a:lvl4pPr>
            <a:lvl5pPr indent="-273050" lvl="4" marL="2286000" algn="ctr">
              <a:spcBef>
                <a:spcPts val="800"/>
              </a:spcBef>
              <a:spcAft>
                <a:spcPts val="0"/>
              </a:spcAft>
              <a:buSzPts val="700"/>
              <a:buChar char="○"/>
              <a:defRPr/>
            </a:lvl5pPr>
            <a:lvl6pPr indent="-273050" lvl="5" marL="2743200" algn="ctr">
              <a:spcBef>
                <a:spcPts val="800"/>
              </a:spcBef>
              <a:spcAft>
                <a:spcPts val="0"/>
              </a:spcAft>
              <a:buSzPts val="700"/>
              <a:buChar char="■"/>
              <a:defRPr/>
            </a:lvl6pPr>
            <a:lvl7pPr indent="-273050" lvl="6" marL="3200400" algn="ctr">
              <a:spcBef>
                <a:spcPts val="800"/>
              </a:spcBef>
              <a:spcAft>
                <a:spcPts val="0"/>
              </a:spcAft>
              <a:buSzPts val="700"/>
              <a:buChar char="●"/>
              <a:defRPr/>
            </a:lvl7pPr>
            <a:lvl8pPr indent="-273050" lvl="7" marL="3657600" algn="ctr">
              <a:spcBef>
                <a:spcPts val="800"/>
              </a:spcBef>
              <a:spcAft>
                <a:spcPts val="0"/>
              </a:spcAft>
              <a:buSzPts val="700"/>
              <a:buChar char="○"/>
              <a:defRPr/>
            </a:lvl8pPr>
            <a:lvl9pPr indent="-273050" lvl="8" marL="4114800" algn="ctr">
              <a:spcBef>
                <a:spcPts val="800"/>
              </a:spcBef>
              <a:spcAft>
                <a:spcPts val="80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3502394" y="4830489"/>
            <a:ext cx="226800" cy="407700"/>
          </a:xfrm>
          <a:prstGeom prst="rect">
            <a:avLst/>
          </a:prstGeom>
        </p:spPr>
        <p:txBody>
          <a:bodyPr anchorCtr="0" anchor="ctr" bIns="46075" lIns="46075" spcFirstLastPara="1" rIns="46075" wrap="square" tIns="460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3502394" y="4830489"/>
            <a:ext cx="226800" cy="407700"/>
          </a:xfrm>
          <a:prstGeom prst="rect">
            <a:avLst/>
          </a:prstGeom>
        </p:spPr>
        <p:txBody>
          <a:bodyPr anchorCtr="0" anchor="ctr" bIns="46075" lIns="46075" spcFirstLastPara="1" rIns="46075" wrap="square" tIns="460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28852" y="460988"/>
            <a:ext cx="35223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46075" spcFirstLastPara="1" rIns="46075" wrap="square" tIns="460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28852" y="1193815"/>
            <a:ext cx="3522300" cy="3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46075" spcFirstLastPara="1" rIns="46075" wrap="square" tIns="4607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Char char="●"/>
              <a:defRPr sz="900">
                <a:solidFill>
                  <a:schemeClr val="dk2"/>
                </a:solidFill>
              </a:defRPr>
            </a:lvl1pPr>
            <a:lvl2pPr indent="-27305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700"/>
              <a:buChar char="○"/>
              <a:defRPr sz="700">
                <a:solidFill>
                  <a:schemeClr val="dk2"/>
                </a:solidFill>
              </a:defRPr>
            </a:lvl2pPr>
            <a:lvl3pPr indent="-27305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700"/>
              <a:buChar char="■"/>
              <a:defRPr sz="700">
                <a:solidFill>
                  <a:schemeClr val="dk2"/>
                </a:solidFill>
              </a:defRPr>
            </a:lvl3pPr>
            <a:lvl4pPr indent="-27305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700"/>
              <a:buChar char="●"/>
              <a:defRPr sz="700">
                <a:solidFill>
                  <a:schemeClr val="dk2"/>
                </a:solidFill>
              </a:defRPr>
            </a:lvl4pPr>
            <a:lvl5pPr indent="-27305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700"/>
              <a:buChar char="○"/>
              <a:defRPr sz="700">
                <a:solidFill>
                  <a:schemeClr val="dk2"/>
                </a:solidFill>
              </a:defRPr>
            </a:lvl5pPr>
            <a:lvl6pPr indent="-27305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700"/>
              <a:buChar char="■"/>
              <a:defRPr sz="700">
                <a:solidFill>
                  <a:schemeClr val="dk2"/>
                </a:solidFill>
              </a:defRPr>
            </a:lvl6pPr>
            <a:lvl7pPr indent="-27305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700"/>
              <a:buChar char="●"/>
              <a:defRPr sz="700">
                <a:solidFill>
                  <a:schemeClr val="dk2"/>
                </a:solidFill>
              </a:defRPr>
            </a:lvl7pPr>
            <a:lvl8pPr indent="-27305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700"/>
              <a:buChar char="○"/>
              <a:defRPr sz="700">
                <a:solidFill>
                  <a:schemeClr val="dk2"/>
                </a:solidFill>
              </a:defRPr>
            </a:lvl8pPr>
            <a:lvl9pPr indent="-27305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700"/>
              <a:buChar char="■"/>
              <a:defRPr sz="7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3502394" y="4830489"/>
            <a:ext cx="226800" cy="4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75" lIns="46075" spcFirstLastPara="1" rIns="46075" wrap="square" tIns="46075">
            <a:noAutofit/>
          </a:bodyPr>
          <a:lstStyle>
            <a:lvl1pPr lvl="0" algn="r">
              <a:buNone/>
              <a:defRPr sz="500">
                <a:solidFill>
                  <a:schemeClr val="dk2"/>
                </a:solidFill>
              </a:defRPr>
            </a:lvl1pPr>
            <a:lvl2pPr lvl="1" algn="r">
              <a:buNone/>
              <a:defRPr sz="500">
                <a:solidFill>
                  <a:schemeClr val="dk2"/>
                </a:solidFill>
              </a:defRPr>
            </a:lvl2pPr>
            <a:lvl3pPr lvl="2" algn="r">
              <a:buNone/>
              <a:defRPr sz="500">
                <a:solidFill>
                  <a:schemeClr val="dk2"/>
                </a:solidFill>
              </a:defRPr>
            </a:lvl3pPr>
            <a:lvl4pPr lvl="3" algn="r">
              <a:buNone/>
              <a:defRPr sz="500">
                <a:solidFill>
                  <a:schemeClr val="dk2"/>
                </a:solidFill>
              </a:defRPr>
            </a:lvl4pPr>
            <a:lvl5pPr lvl="4" algn="r">
              <a:buNone/>
              <a:defRPr sz="500">
                <a:solidFill>
                  <a:schemeClr val="dk2"/>
                </a:solidFill>
              </a:defRPr>
            </a:lvl5pPr>
            <a:lvl6pPr lvl="5" algn="r">
              <a:buNone/>
              <a:defRPr sz="500">
                <a:solidFill>
                  <a:schemeClr val="dk2"/>
                </a:solidFill>
              </a:defRPr>
            </a:lvl6pPr>
            <a:lvl7pPr lvl="6" algn="r">
              <a:buNone/>
              <a:defRPr sz="500">
                <a:solidFill>
                  <a:schemeClr val="dk2"/>
                </a:solidFill>
              </a:defRPr>
            </a:lvl7pPr>
            <a:lvl8pPr lvl="7" algn="r">
              <a:buNone/>
              <a:defRPr sz="500">
                <a:solidFill>
                  <a:schemeClr val="dk2"/>
                </a:solidFill>
              </a:defRPr>
            </a:lvl8pPr>
            <a:lvl9pPr lvl="8" algn="r">
              <a:buNone/>
              <a:defRPr sz="5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786444" y="3741212"/>
            <a:ext cx="1848900" cy="14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75" lIns="46075" spcFirstLastPara="1" rIns="46075" wrap="square" tIns="4607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3700">
                <a:solidFill>
                  <a:srgbClr val="1DA64A"/>
                </a:solidFill>
                <a:latin typeface="Josefin Sans Thin"/>
                <a:ea typeface="Josefin Sans Thin"/>
                <a:cs typeface="Josefin Sans Thin"/>
                <a:sym typeface="Josefin Sans Thin"/>
              </a:rPr>
              <a:t>StruPa</a:t>
            </a:r>
            <a:endParaRPr sz="3700">
              <a:solidFill>
                <a:srgbClr val="1DA64A"/>
              </a:solidFill>
              <a:latin typeface="Josefin Sans Thin"/>
              <a:ea typeface="Josefin Sans Thin"/>
              <a:cs typeface="Josefin Sans Thin"/>
              <a:sym typeface="Josefin Sans Thin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de" sz="800">
                <a:solidFill>
                  <a:srgbClr val="1DA64A"/>
                </a:solidFill>
                <a:latin typeface="Josefin Sans"/>
                <a:ea typeface="Josefin Sans"/>
                <a:cs typeface="Josefin Sans"/>
                <a:sym typeface="Josefin Sans"/>
              </a:rPr>
              <a:t>Stand: 26.04.2020</a:t>
            </a:r>
            <a:endParaRPr i="1" sz="800">
              <a:solidFill>
                <a:srgbClr val="1DA64A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rgbClr val="1DA64A"/>
                </a:solidFill>
                <a:latin typeface="Josefin Sans"/>
                <a:ea typeface="Josefin Sans"/>
                <a:cs typeface="Josefin Sans"/>
                <a:sym typeface="Josefin Sans"/>
              </a:rPr>
              <a:t>Struktur AG</a:t>
            </a:r>
            <a:endParaRPr sz="1800">
              <a:solidFill>
                <a:srgbClr val="1DA64A"/>
              </a:solidFill>
              <a:latin typeface="Josefin Sans"/>
              <a:ea typeface="Josefin Sans"/>
              <a:cs typeface="Josefin Sans"/>
              <a:sym typeface="Josefi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Arial"/>
              <a:buNone/>
            </a:pPr>
            <a:r>
              <a:rPr i="1" lang="de" sz="1000">
                <a:solidFill>
                  <a:srgbClr val="90D3ED"/>
                </a:solidFill>
                <a:latin typeface="Josefin Sans"/>
                <a:ea typeface="Josefin Sans"/>
                <a:cs typeface="Josefin Sans"/>
                <a:sym typeface="Josefin Sans"/>
              </a:rPr>
              <a:t>struktur@fridaysforfuture.de</a:t>
            </a:r>
            <a:endParaRPr i="1" sz="1000">
              <a:solidFill>
                <a:srgbClr val="90D3ED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2563" y="147735"/>
            <a:ext cx="1340175" cy="134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