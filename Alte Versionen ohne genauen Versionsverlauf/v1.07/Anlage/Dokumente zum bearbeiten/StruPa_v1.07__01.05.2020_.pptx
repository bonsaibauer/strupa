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328000" cx="3780000"/>
  <p:notesSz cx="6858000" cy="9144000"/>
  <p:embeddedFontLst>
    <p:embeddedFont>
      <p:font typeface="Josefin Sans"/>
      <p:regular r:id="rId7"/>
      <p:bold r:id="rId8"/>
      <p:italic r:id="rId9"/>
      <p:boldItalic r:id="rId10"/>
    </p:embeddedFont>
    <p:embeddedFont>
      <p:font typeface="Josefin Sans Thin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78">
          <p15:clr>
            <a:srgbClr val="A4A3A4"/>
          </p15:clr>
        </p15:guide>
        <p15:guide id="2" pos="11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78" orient="horz"/>
        <p:guide pos="119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osefinSansThin-regular.fntdata"/><Relationship Id="rId10" Type="http://schemas.openxmlformats.org/officeDocument/2006/relationships/font" Target="fonts/JosefinSans-boldItalic.fntdata"/><Relationship Id="rId13" Type="http://schemas.openxmlformats.org/officeDocument/2006/relationships/font" Target="fonts/JosefinSansThin-italic.fntdata"/><Relationship Id="rId12" Type="http://schemas.openxmlformats.org/officeDocument/2006/relationships/font" Target="fonts/JosefinSansTh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JosefinSans-italic.fntdata"/><Relationship Id="rId14" Type="http://schemas.openxmlformats.org/officeDocument/2006/relationships/font" Target="fonts/JosefinSansThin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JosefinSans-regular.fntdata"/><Relationship Id="rId8" Type="http://schemas.openxmlformats.org/officeDocument/2006/relationships/font" Target="fonts/Josefi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2955" y="685800"/>
            <a:ext cx="243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2955" y="685800"/>
            <a:ext cx="243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8856" y="771283"/>
            <a:ext cx="3522300" cy="21264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8852" y="2935787"/>
            <a:ext cx="3522300" cy="8211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8852" y="2228002"/>
            <a:ext cx="3522300" cy="8718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8852" y="1193815"/>
            <a:ext cx="35223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8852" y="1193815"/>
            <a:ext cx="16536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97646" y="1193815"/>
            <a:ext cx="16536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8852" y="575530"/>
            <a:ext cx="1160700" cy="7830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8852" y="1439446"/>
            <a:ext cx="1160700" cy="32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2662" y="466297"/>
            <a:ext cx="2632200" cy="42378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90000" y="-129"/>
            <a:ext cx="1890000" cy="53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6075" lIns="46075" spcFirstLastPara="1" rIns="46075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9754" y="1277410"/>
            <a:ext cx="1672200" cy="15354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9754" y="2903623"/>
            <a:ext cx="1672200" cy="12795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041919" y="750048"/>
            <a:ext cx="1586100" cy="38274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8852" y="4382328"/>
            <a:ext cx="2479800" cy="6270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8852" y="1145802"/>
            <a:ext cx="3522300" cy="20340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8852" y="3265297"/>
            <a:ext cx="3522300" cy="13473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ctr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ctr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ctr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ctr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ctr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8852" y="1193815"/>
            <a:ext cx="35223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1pPr>
            <a:lvl2pPr indent="-2730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2pPr>
            <a:lvl3pPr indent="-2730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3pPr>
            <a:lvl4pPr indent="-2730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4pPr>
            <a:lvl5pPr indent="-2730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5pPr>
            <a:lvl6pPr indent="-2730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6pPr>
            <a:lvl7pPr indent="-2730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7pPr>
            <a:lvl8pPr indent="-2730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8pPr>
            <a:lvl9pPr indent="-2730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46075" spcFirstLastPara="1" rIns="46075" wrap="square" tIns="46075">
            <a:noAutofit/>
          </a:bodyPr>
          <a:lstStyle>
            <a:lvl1pPr lvl="0" algn="r">
              <a:buNone/>
              <a:defRPr sz="500">
                <a:solidFill>
                  <a:schemeClr val="dk2"/>
                </a:solidFill>
              </a:defRPr>
            </a:lvl1pPr>
            <a:lvl2pPr lvl="1" algn="r">
              <a:buNone/>
              <a:defRPr sz="500">
                <a:solidFill>
                  <a:schemeClr val="dk2"/>
                </a:solidFill>
              </a:defRPr>
            </a:lvl2pPr>
            <a:lvl3pPr lvl="2" algn="r">
              <a:buNone/>
              <a:defRPr sz="500">
                <a:solidFill>
                  <a:schemeClr val="dk2"/>
                </a:solidFill>
              </a:defRPr>
            </a:lvl3pPr>
            <a:lvl4pPr lvl="3" algn="r">
              <a:buNone/>
              <a:defRPr sz="500">
                <a:solidFill>
                  <a:schemeClr val="dk2"/>
                </a:solidFill>
              </a:defRPr>
            </a:lvl4pPr>
            <a:lvl5pPr lvl="4" algn="r">
              <a:buNone/>
              <a:defRPr sz="500">
                <a:solidFill>
                  <a:schemeClr val="dk2"/>
                </a:solidFill>
              </a:defRPr>
            </a:lvl5pPr>
            <a:lvl6pPr lvl="5" algn="r">
              <a:buNone/>
              <a:defRPr sz="500">
                <a:solidFill>
                  <a:schemeClr val="dk2"/>
                </a:solidFill>
              </a:defRPr>
            </a:lvl6pPr>
            <a:lvl7pPr lvl="6" algn="r">
              <a:buNone/>
              <a:defRPr sz="500">
                <a:solidFill>
                  <a:schemeClr val="dk2"/>
                </a:solidFill>
              </a:defRPr>
            </a:lvl7pPr>
            <a:lvl8pPr lvl="7" algn="r">
              <a:buNone/>
              <a:defRPr sz="500">
                <a:solidFill>
                  <a:schemeClr val="dk2"/>
                </a:solidFill>
              </a:defRPr>
            </a:lvl8pPr>
            <a:lvl9pPr lvl="8" algn="r">
              <a:buNone/>
              <a:defRPr sz="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86444" y="3741212"/>
            <a:ext cx="18489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>
                <a:solidFill>
                  <a:srgbClr val="1DA64A"/>
                </a:solidFill>
                <a:latin typeface="Josefin Sans Thin"/>
                <a:ea typeface="Josefin Sans Thin"/>
                <a:cs typeface="Josefin Sans Thin"/>
                <a:sym typeface="Josefin Sans Thin"/>
              </a:rPr>
              <a:t>StruPa</a:t>
            </a:r>
            <a:endParaRPr sz="3700">
              <a:solidFill>
                <a:srgbClr val="1DA64A"/>
              </a:solidFill>
              <a:latin typeface="Josefin Sans Thin"/>
              <a:ea typeface="Josefin Sans Thin"/>
              <a:cs typeface="Josefin Sans Thin"/>
              <a:sym typeface="Josefin Sans Thi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800">
                <a:solidFill>
                  <a:srgbClr val="1DA64A"/>
                </a:solidFill>
                <a:latin typeface="Josefin Sans"/>
                <a:ea typeface="Josefin Sans"/>
                <a:cs typeface="Josefin Sans"/>
                <a:sym typeface="Josefin Sans"/>
              </a:rPr>
              <a:t>Stand: 01.05.2020</a:t>
            </a:r>
            <a:endParaRPr i="1" sz="800">
              <a:solidFill>
                <a:srgbClr val="1DA64A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1DA64A"/>
                </a:solidFill>
                <a:latin typeface="Josefin Sans"/>
                <a:ea typeface="Josefin Sans"/>
                <a:cs typeface="Josefin Sans"/>
                <a:sym typeface="Josefin Sans"/>
              </a:rPr>
              <a:t>Struktur AG</a:t>
            </a:r>
            <a:endParaRPr sz="1800">
              <a:solidFill>
                <a:srgbClr val="1DA64A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i="1" lang="de" sz="1000">
                <a:solidFill>
                  <a:srgbClr val="90D3ED"/>
                </a:solidFill>
                <a:latin typeface="Josefin Sans"/>
                <a:ea typeface="Josefin Sans"/>
                <a:cs typeface="Josefin Sans"/>
                <a:sym typeface="Josefin Sans"/>
              </a:rPr>
              <a:t>struktur@fridaysforfuture.de</a:t>
            </a:r>
            <a:endParaRPr i="1" sz="1000">
              <a:solidFill>
                <a:srgbClr val="90D3ED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63" y="147735"/>
            <a:ext cx="1340175" cy="1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